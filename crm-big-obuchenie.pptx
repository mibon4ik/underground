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0" y="91440"/>
            <a:ext cx="68580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>
                    <a:alpha val="7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CRM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— воронка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продаж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Пошаговая инструкция для менеджера. Просто следуй шагам.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ВОРОНКИ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146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ОБЯЗАТЕЛЬНЫХ КАСАНИЯ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344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МИН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ПРИНЯТИЕ ЛИДА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1228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ПОЛЕЙ ПРИ ПРОДАЖЕ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ВЕСЬ ПРОЦЕСС — С ПЕРВОГО ШАГА ДО ПРОДАЖИ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78992"/>
            <a:ext cx="201168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70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9184" y="1645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из таблицы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0665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минут на принятие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9424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32304" y="107899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78992"/>
            <a:ext cx="2011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170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05456" y="1645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сделка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05456" y="20665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нет в CRM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25696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08576" y="107899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078992"/>
            <a:ext cx="20116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170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81728" y="1645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Автосделка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1728" y="20665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клиент уже был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84848" y="107899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1078992"/>
            <a:ext cx="20116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170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0" y="1645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воронки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0665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перевести в BIG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99923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999232"/>
            <a:ext cx="2011680" cy="47548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090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29184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взятия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9424" y="3657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432304" y="299923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32304" y="2999232"/>
            <a:ext cx="201168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3090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505456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Примечание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05456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общения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25696" y="3657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08576" y="299923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08576" y="2999232"/>
            <a:ext cx="20116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3090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4681728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Касания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81728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звонок + WA + CRM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01968" y="3657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84848" y="2999232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84848" y="2999232"/>
            <a:ext cx="201168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84848" y="3090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8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858000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звонить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58000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карточку CRM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 — ЛИД ИЗ ТАБЛИЦЫ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8595360" cy="56692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 У ТЕБЯ ЕСТЬ 5 МИНУТ — принять лида в работу!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2788920" cy="312724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27889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☑️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353312" y="2487168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" y="32004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Поставить КВАЛ или БРАК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7033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 качество лида сразу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1737360"/>
            <a:ext cx="2788920" cy="312724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737360"/>
            <a:ext cx="2788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8470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✏️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4297680" y="2487168"/>
            <a:ext cx="621792" cy="6217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28416" y="32004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примечание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28416" y="37033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 клиент, откуда, контекст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1737360"/>
            <a:ext cx="2788920" cy="312724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737360"/>
            <a:ext cx="27889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8470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7242048" y="2487168"/>
            <a:ext cx="621792" cy="6217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72784" y="32004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Поставить статус В РАБОТЕ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72784" y="37033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после этого лид считается принятым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🟢  ШАГ 2 — НОВАЯ СДЕЛКА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663440" y="109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🟣  ШАГ 3 — АВТОСДЕЛКА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"/>
            <a:ext cx="0" cy="73152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5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номер НЕ найден в CRM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475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клиент уже был в базе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502920" cy="6675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1216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 +НОВАЯ СДЕЛКА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28800"/>
            <a:ext cx="502920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20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1920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98448" y="19933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номер телефона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06040"/>
            <a:ext cx="50292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97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26974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98448" y="27706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Поставь статус «Новый лид»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83280"/>
            <a:ext cx="502920" cy="667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74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3474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98448" y="3547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Назначь себя ответственным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60520"/>
            <a:ext cx="502920" cy="66751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298448" y="4325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поставь задачу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024128"/>
            <a:ext cx="420624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24128"/>
            <a:ext cx="91440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6A34A"/>
                </a:solidFill>
              </a:rPr>
              <a:t>✔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25780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в работу автосделку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00600" y="14447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уже есть в базе — система создала сделку автоматически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2359152"/>
            <a:ext cx="420624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359152"/>
            <a:ext cx="9144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25780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Старые закрытые сделки НЕ трогаем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00600" y="27797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открывай и не редактируй старые сделки — только работаем с новой или автосделкой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3703320"/>
            <a:ext cx="420624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703320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👉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52578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автосделки нет — создаём новую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41239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Следуй инструкции «Шаг 2» — создай сделку вручную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🟡  ШАГ 4 — СМЕНА ВОРОНКИ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663440" y="109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 ШАГ 5 — ПОСТАНОВКА ЗАДАЧИ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"/>
            <a:ext cx="0" cy="73152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5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перевести лида в воронку BIG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475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взятия лида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24128"/>
            <a:ext cx="40233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лид пришёл НЕ из BIG — переводим!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70992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сделку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" y="2194560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33172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поле «Воронка»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" y="2816352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95351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999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воронку BIG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" y="3438144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575304"/>
            <a:ext cx="475488" cy="475488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6210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Поставь статус «Новый лид»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" y="405993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197096"/>
            <a:ext cx="475488" cy="475488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4242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Назначь СЕБЯ ответственным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462272"/>
            <a:ext cx="402336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4805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Сначала ставим «Новый лид» — потом назначаем себя!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1024128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024128"/>
            <a:ext cx="4206240" cy="7315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взятия лида — ставь задачу!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1664208"/>
            <a:ext cx="4005072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719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Видишь «Нет запланированных задач»?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202996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👉  Нажми ДОБАВИТЬ → ЗАДАЧА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00600" y="2761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в задаче: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12724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12080" y="31729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 следующего контакта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63016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212080" y="3675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задачи: звонок / WhatsApp / встреча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413308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212080" y="4178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Комментарий — что обсудить с клиентом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63440" y="4645152"/>
            <a:ext cx="4206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4663440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Задача = контроль. Нет задачи = потерянный клиент.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 ШАГ 6 — ПРИМЕЧАНИЕ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ШАГ 7 — 3 КАСАНИЯ  ⚡ ОЧЕНЬ ВАЖНО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0" cy="73152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каждого общения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4937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3 на каждом этапе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05840"/>
            <a:ext cx="91440" cy="3840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карточки → выбери ПРИМЕЧАНИЕ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1627632"/>
            <a:ext cx="374904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190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171907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результат разговора — что сказал клиент, что решили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2414016"/>
            <a:ext cx="374904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054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505456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писал с личного WhatsApp — прикрепи скриншот переписки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" y="3200400"/>
            <a:ext cx="374904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918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29184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сразу после контакта, пока всё свежо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" y="3986784"/>
            <a:ext cx="374904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7822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407822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Примечание = история клиента. По нему проверяет руководитель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1005840"/>
            <a:ext cx="91440" cy="3840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1155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этапе — минимум 3 касания: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36592" y="1627632"/>
            <a:ext cx="4023360" cy="89611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1792224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13248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Звонок клиенту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3248" y="2084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Позвони напрямую через CRM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651760"/>
            <a:ext cx="4023360" cy="89611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2816352"/>
            <a:ext cx="566928" cy="5669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2816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13248" y="2761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Сообщение WhatsApp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в мессенджер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36592" y="3675888"/>
            <a:ext cx="4023360" cy="89611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91456" y="384048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13248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Примечание в CRM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13248" y="41330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 каждый контакт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4160520"/>
            <a:ext cx="4297680" cy="621792"/>
          </a:xfrm>
          <a:prstGeom prst="rect">
            <a:avLst/>
          </a:prstGeom>
          <a:solidFill>
            <a:srgbClr val="1A25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20624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действие фиксируй в CRM.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фиксации — касание не считается!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📞  ШАГ 8 — КАК ЗВОНИТЬ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0" y="109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🔵  ШАГ 9 — ЭТАПЫ ВОРОНКИ BIG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840480" y="91440"/>
            <a:ext cx="0" cy="73152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338328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Нажми на номер телефона слева в карточке клиента и выбери способ связи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84832"/>
            <a:ext cx="9144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☎️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2494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Звонок через CRM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9504"/>
            <a:ext cx="9144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305409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94176"/>
            <a:ext cx="914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858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звонок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33832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6451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Звонок через CRM фиксируется автоматически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77640" y="112471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1051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лид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80560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взял клиента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78808" y="15727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1810512"/>
            <a:ext cx="438912" cy="43891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установлен контакт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805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дозвонился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78808" y="22585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77640" y="249631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установлен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8056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поговорил с клиентом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78808" y="29443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77640" y="318211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80560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Проконсультирован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480560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рассказал условия, оффер отправлен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78808" y="36301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77640" y="386791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77640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80560" y="3794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Отработка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48056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думает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78808" y="43159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77640" y="4553712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553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480560" y="4480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Приглашён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480560" y="4709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записан на визит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10528" y="112471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0528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13448" y="1051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 на филиале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013448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пришёл в зал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11696" y="15727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10528" y="181051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013448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Наработка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013448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продолжаешь работу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11696" y="22585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10528" y="249631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0528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013448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направлен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013448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отправил ссылку на оплату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711696" y="29443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10528" y="318211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0528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013448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Предоплата получена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7013448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оплатил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711696" y="36301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10528" y="386791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0528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013448" y="3794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 реализована ✅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7013448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завершена!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11696" y="4315968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10528" y="4553712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10528" y="4553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7013448" y="4480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Отменён ❌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7013448" y="4709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или брак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🧾  ОБЯЗАТЕЛЬНЫЕ ПОЛЯ ПРИ РЕАЛИЗАЦИИ СДЕЛКИ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тем как поставить статус «Успешно реализована» — заполни ВСЕ поля: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53312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14081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66420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ведёт сделку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103120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103120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4672" y="215798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414016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продажи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852928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443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4672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Валовая прибыль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16382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− рассрочка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602736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602736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9417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4672" y="36576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Взял в работу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39136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принятия лида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4352544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4352544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4398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🗓️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04672" y="44074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покупки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466344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оплатил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27832" y="1353312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7832" y="1353312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14447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📆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76472" y="14081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окончания абонемента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76472" y="166420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карты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27832" y="2103120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27832" y="2103120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1945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776472" y="215798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оплаты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76472" y="2414016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Каспи / нал / безнал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27832" y="2852928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2852928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9443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776472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абонемента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76472" y="316382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 / 12 мес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27832" y="3602736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27832" y="3602736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369417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776472" y="36576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привлечения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776472" y="39136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пришёл клиент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27832" y="4352544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27832" y="4352544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37560" y="444398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776472" y="44074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покупка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776472" y="466344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или повтор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99632" y="1353312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99632" y="1353312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14447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748272" y="14081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услуги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48272" y="166420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 / ДЖ / самост.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99632" y="2103120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99632" y="2103120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21945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6748272" y="215798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услуги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48272" y="2414016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/ BIG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199632" y="2852928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99632" y="2852928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9443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6748272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Филиал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748272" y="316382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зал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99632" y="3602736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99632" y="3602736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69417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📛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6748272" y="36576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 клиента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748272" y="39136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имя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199632" y="4352544"/>
            <a:ext cx="2788920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99632" y="4352544"/>
            <a:ext cx="73152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09360" y="444398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6748272" y="44074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748272" y="466344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клиента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ЧЕК-ЛИСТ МЕНЕДЖЕРА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себя после каждого лида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95360" cy="53035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89888"/>
            <a:ext cx="347472" cy="347472"/>
          </a:xfrm>
          <a:prstGeom prst="rect">
            <a:avLst/>
          </a:prstGeom>
          <a:solidFill>
            <a:srgbClr val="16223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перевёл сделку в BIG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53035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0240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11680"/>
            <a:ext cx="347472" cy="347472"/>
          </a:xfrm>
          <a:prstGeom prst="rect">
            <a:avLst/>
          </a:prstGeom>
          <a:solidFill>
            <a:srgbClr val="162236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</a:rPr>
              <a:t>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011680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поставил статус «Новый лид»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8595360" cy="53035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42032"/>
            <a:ext cx="73152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33472"/>
            <a:ext cx="347472" cy="347472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2633472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назначил себя ответственным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8595360" cy="53035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63824"/>
            <a:ext cx="73152" cy="53035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255264"/>
            <a:ext cx="347472" cy="347472"/>
          </a:xfrm>
          <a:prstGeom prst="rect">
            <a:avLst/>
          </a:prstGeom>
          <a:solidFill>
            <a:srgbClr val="162236"/>
          </a:solidFill>
          <a:ln w="19050">
            <a:solidFill>
              <a:srgbClr val="E840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402A"/>
                </a:solidFill>
              </a:rPr>
              <a:t>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" y="3255264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поставил задачу (время следующего контакта)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785616"/>
            <a:ext cx="8595360" cy="53035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85616"/>
            <a:ext cx="73152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877056"/>
            <a:ext cx="347472" cy="347472"/>
          </a:xfrm>
          <a:prstGeom prst="rect">
            <a:avLst/>
          </a:prstGeom>
          <a:solidFill>
            <a:srgbClr val="16223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1248" y="3877056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сделал 3 касания: звонок + WhatsApp + примечание в CRM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4407408"/>
            <a:ext cx="8595360" cy="53035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407408"/>
            <a:ext cx="731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498848"/>
            <a:ext cx="347472" cy="347472"/>
          </a:xfrm>
          <a:prstGeom prst="rect">
            <a:avLst/>
          </a:prstGeom>
          <a:solidFill>
            <a:srgbClr val="162236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A34A"/>
                </a:solidFill>
              </a:rPr>
              <a:t>☑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1248" y="4498848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написал примечание по результату общения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5047488"/>
            <a:ext cx="8595360" cy="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"/>
            <a:ext cx="7315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0" b="1" dirty="0">
                <a:solidFill>
                  <a:srgbClr val="FFFFFF">
                    <a:alpha val="7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</a:t>
            </a:r>
            <a:endParaRPr lang="en-US" sz="25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 РАБОТАТЬ!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ты знаешь весь процесс работы в CRM BIG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Underground GYM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2606040" cy="5669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минут на лида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310128"/>
            <a:ext cx="2606040" cy="5669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383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3 касания всегда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310128"/>
            <a:ext cx="2606040" cy="5669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383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Всё фиксируй в CRM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BIG — Обучение менеджера</dc:title>
  <dc:subject>PptxGenJS Presentation</dc:subject>
  <dc:creator>PptxGenJS</dc:creator>
  <cp:lastModifiedBy>PptxGenJS</cp:lastModifiedBy>
  <cp:revision>1</cp:revision>
  <dcterms:created xsi:type="dcterms:W3CDTF">2026-03-03T07:46:47Z</dcterms:created>
  <dcterms:modified xsi:type="dcterms:W3CDTF">2026-03-03T07:46:47Z</dcterms:modified>
</cp:coreProperties>
</file>